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que la formation de mars a été la plus rentable : marge de 41 %.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prévu : 3 000 € par mois. Ne pas annoncer le nom du candidat.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Tessane — bilan du premier trimestre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Réunion du 2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qui a marché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Trois nouveaux clients, dont Atelier Lumière</a:t>
            </a:r>
          </a:p>
          <a:p>
            <a:r>
              <a:t>Les formations : 1700 € sur le trimestre</a:t>
            </a:r>
          </a:p>
          <a:p>
            <a:r>
              <a:t>Claire Martin renouvelle son abonnement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Chiffres par client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Montant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Claire 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1316.50 €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Atelier Lumière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2099.00 €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Recruter un formateur avant juin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